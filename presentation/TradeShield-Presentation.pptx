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TradeShield — the liability control platform. One system, two sides: an internal CRM &amp; tracking tool for your team, and a client app for the businesses you protect. This deck covers the problem, the platform, how it works, and the path to a commercial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has two front doors over one shared liability record. Internally your team runs the CRM &amp; tracking; externally clients get a focused view of their own business. One source of truth feeds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liability information is fragmented and reactive — spread across systems, deadlines chased. TradeShield makes it recorded and in control: one register, funding visible in advance, clear ownership, early 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fits together: accounting data flows in from Xero/QuickBooks, the TradeShield platform is the control layer that records and tracks every liability, and it outputs to two apps. Crucially, every internal action appears live in the client's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Internally, this is a CRM &amp; tracking system built for liabilities: client portfolio, liability tracking through its lifecycle, action &amp; casework, posting client updates, reports &amp; evidence, and alerts that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Externally, the client app gives a calm, clear view of their own business — a plain-English status, the numbers that matter, what their team is doing, and always-on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record: every liability moves through five clear stages — Recorded, Approved, Funded, Paid, Reconciled — carrying its own evidence and full audit history. It's one shared record: your team tracks it, the client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work becomes external clarity: every action logged in the CRM becomes a status update in the client's app. Support is visible, never a black box — with status, next step and the named specialist on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layers of help: an AI assistant answering instantly from the client's live data, and 24/7 human support — live chat, callback, or a direct message to their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Liabilities sync straight from Xero &amp; QuickBooks via secure OAuth — read only, never moving money — mapped automatically into the register and kept current. The sync engine is built; going live connects credentials via a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revolution: from internal tool to commercial app, in three phases. Phase 1 is live today (internal CRM + client PWA). Phase 2 wraps the same code for the App Store. Phase 3 adds multi-tenant logins, live sync and Stripe billing. Recurring SaaS revenue, tiered by client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honest, trust-building slide: TradeShield is a control platform, not a substitute for judgement. Recording a liability doesn't pay it, officer duties remain, scope is contractual, and exceptions still need real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outcome: know what is due, what is funded, and what happens next. One platform — your team in control internally, your clients reassured externally, and a clear path to a commercial app. Arrange a demonstration at tradeshielduk.org/#contact.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I-Agent/58945abb-1ebe-5660-8725-4e1dccac2381/scratchpad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2026-08-16T21:20:22Z</dcterms:created>
  <dcterms:modified xsi:type="dcterms:W3CDTF">2026-08-16T21:20:22Z</dcterms:modified>
</cp:coreProperties>
</file>